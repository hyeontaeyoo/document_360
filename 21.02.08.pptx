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bb96575612_2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bb96575612_2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bb96575612_2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bb96575612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b96575612_2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bb96575612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bb9657561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bb9657561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a2662bec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ba2662bec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ba2662bec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ba2662bec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b96575612_7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bb96575612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b96575612_7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bb96575612_7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bb96575612_2_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bb96575612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  <a:defRPr b="0" i="0" sz="3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1572" y="4358055"/>
            <a:ext cx="714151" cy="75173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</a:pPr>
            <a:r>
              <a:rPr lang="ko" sz="2500"/>
              <a:t>360 영상으로 부터의</a:t>
            </a:r>
            <a:br>
              <a:rPr lang="ko" sz="2500"/>
            </a:br>
            <a:r>
              <a:rPr lang="ko" sz="2500"/>
              <a:t>얼굴 인식 및 화자 추적</a:t>
            </a:r>
            <a:endParaRPr sz="2500"/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1143000" y="3059906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" sz="1500"/>
              <a:t>김유성	김진호	유현태</a:t>
            </a:r>
            <a:endParaRPr sz="1500"/>
          </a:p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182815"/>
            <a:ext cx="7886700" cy="547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000"/>
              <a:t>목차</a:t>
            </a:r>
            <a:endParaRPr sz="2000"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87350" lvl="0" marL="381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ko" sz="2300"/>
              <a:t>금주 진행 상황</a:t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8735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ko" sz="2300"/>
              <a:t>애로 사항</a:t>
            </a:r>
            <a:endParaRPr sz="2300"/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8735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ko" sz="2300"/>
              <a:t>추후 계획</a:t>
            </a:r>
            <a:r>
              <a:rPr lang="ko" sz="2300"/>
              <a:t> </a:t>
            </a:r>
            <a:endParaRPr sz="2300"/>
          </a:p>
          <a:p>
            <a:pPr indent="-25400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4130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t/>
            </a:r>
            <a:endParaRPr sz="2300"/>
          </a:p>
          <a:p>
            <a:pPr indent="-241300" lvl="0" marL="381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t/>
            </a:r>
            <a:endParaRPr sz="2300"/>
          </a:p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40" name="Google Shape;140;p26"/>
          <p:cNvSpPr/>
          <p:nvPr/>
        </p:nvSpPr>
        <p:spPr>
          <a:xfrm>
            <a:off x="471881" y="785969"/>
            <a:ext cx="8323976" cy="52223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628650" y="18281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300"/>
              <a:t>1</a:t>
            </a:r>
            <a:r>
              <a:rPr lang="ko" sz="2300"/>
              <a:t>. 금주 진행 상황</a:t>
            </a:r>
            <a:endParaRPr sz="1100"/>
          </a:p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2686050" y="47715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47" name="Google Shape;147;p27"/>
          <p:cNvSpPr/>
          <p:nvPr/>
        </p:nvSpPr>
        <p:spPr>
          <a:xfrm>
            <a:off x="471881" y="785969"/>
            <a:ext cx="8324100" cy="522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471875" y="1023875"/>
            <a:ext cx="5775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1) </a:t>
            </a: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mtcnn 기반 facenet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25" y="1759863"/>
            <a:ext cx="3132837" cy="26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075" y="1775625"/>
            <a:ext cx="40005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28650" y="18281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300"/>
              <a:t>1. 금주 진행 상황</a:t>
            </a:r>
            <a:endParaRPr sz="1100"/>
          </a:p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2686050" y="47715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57" name="Google Shape;157;p28"/>
          <p:cNvSpPr/>
          <p:nvPr/>
        </p:nvSpPr>
        <p:spPr>
          <a:xfrm>
            <a:off x="471881" y="785969"/>
            <a:ext cx="8324100" cy="522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471875" y="1023875"/>
            <a:ext cx="577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2) </a:t>
            </a: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mtcnn 기반 vgg face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88" y="1380519"/>
            <a:ext cx="2592026" cy="366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2651" y="1333513"/>
            <a:ext cx="2788705" cy="26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3700" y="1380519"/>
            <a:ext cx="2592025" cy="73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628650" y="18281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300"/>
              <a:t>1. 금주 진행 상황</a:t>
            </a:r>
            <a:endParaRPr sz="1100"/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2686050" y="47715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68" name="Google Shape;168;p29"/>
          <p:cNvSpPr/>
          <p:nvPr/>
        </p:nvSpPr>
        <p:spPr>
          <a:xfrm>
            <a:off x="471881" y="785969"/>
            <a:ext cx="8324100" cy="522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471875" y="1023875"/>
            <a:ext cx="577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3)</a:t>
            </a: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 open face 기반 알고리즘 사용 결과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algun Gothic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인식률이 아직 떨어짐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950" y="1350100"/>
            <a:ext cx="3384442" cy="319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628650" y="18281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300"/>
              <a:t>1. 금주 진행 상황</a:t>
            </a:r>
            <a:endParaRPr sz="1100"/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2686050" y="47715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77" name="Google Shape;177;p30"/>
          <p:cNvSpPr/>
          <p:nvPr/>
        </p:nvSpPr>
        <p:spPr>
          <a:xfrm>
            <a:off x="471881" y="785969"/>
            <a:ext cx="8324100" cy="522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471875" y="1023875"/>
            <a:ext cx="577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4)</a:t>
            </a: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 dlib 기반 실시간 영상에서의 랜드마크 추출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50" y="1544525"/>
            <a:ext cx="3765614" cy="29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628650" y="18281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300"/>
              <a:t>2</a:t>
            </a:r>
            <a:r>
              <a:rPr lang="ko" sz="2300"/>
              <a:t>. 애로 사항</a:t>
            </a:r>
            <a:endParaRPr sz="1100"/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2686050" y="47715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86" name="Google Shape;186;p31"/>
          <p:cNvSpPr/>
          <p:nvPr/>
        </p:nvSpPr>
        <p:spPr>
          <a:xfrm>
            <a:off x="471881" y="785969"/>
            <a:ext cx="8324100" cy="522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471875" y="1023875"/>
            <a:ext cx="63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-  </a:t>
            </a:r>
            <a:r>
              <a:rPr lang="ko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mtcnn 기반 vgg face의 경우 </a:t>
            </a: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기존 모델에 학습된 신원파악은 되지만 새로운 data set을 넣을 수 없음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-  open face의 경우 python 버젼 문제로 인하여 추가 활용 불가능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-  현재 활용이 가장 용이한 얼굴 검출 방식이 dlib이라 판단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628650" y="182815"/>
            <a:ext cx="7886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algun Gothic"/>
              <a:buNone/>
            </a:pPr>
            <a:r>
              <a:rPr lang="ko" sz="2300"/>
              <a:t>3. </a:t>
            </a:r>
            <a:r>
              <a:rPr lang="ko" sz="2300"/>
              <a:t>추후 계획</a:t>
            </a:r>
            <a:endParaRPr sz="1100"/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2686050" y="477150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  <p:sp>
        <p:nvSpPr>
          <p:cNvPr id="194" name="Google Shape;194;p32"/>
          <p:cNvSpPr/>
          <p:nvPr/>
        </p:nvSpPr>
        <p:spPr>
          <a:xfrm>
            <a:off x="471881" y="785969"/>
            <a:ext cx="8324100" cy="522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471875" y="1043925"/>
            <a:ext cx="832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algun Gothic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Dlib 을 이용한 신원 파악 및 화자 판별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algun Gothic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눈 깜빡임을 파악하는 과정을 공부중에 있어서 이를 활용할 계획 (dlib 기반)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algun Gothic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화자 신원 확인이 성공할 경우 여러 화자가 판별 된 경우 발언권 선택하는 알고리즘 구축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ctrTitle"/>
          </p:nvPr>
        </p:nvSpPr>
        <p:spPr>
          <a:xfrm>
            <a:off x="1092775" y="1221709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</a:pPr>
            <a:r>
              <a:rPr lang="ko" sz="2300"/>
              <a:t>감사합니다</a:t>
            </a:r>
            <a:endParaRPr sz="23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lgun Gothic"/>
              <a:buNone/>
            </a:pPr>
            <a:r>
              <a:t/>
            </a:r>
            <a:endParaRPr sz="2300"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2686050" y="477150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100"/>
              <a:t>‹#›</a:t>
            </a:fld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